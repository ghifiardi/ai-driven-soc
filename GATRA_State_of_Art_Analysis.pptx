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GATRA Anomaly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Moving Beyond Simple Logs to 10D Telemetry Vectors</a:t>
            </a:r>
          </a:p>
          <a:p>
            <a:r>
              <a:t>State-of-the-Art Cybersecurity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Paradigm Shift: From Logs to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Simple Logs (The 'What'):</a:t>
            </a:r>
          </a:p>
          <a:p>
            <a:pPr lvl="1"/>
            <a:r>
              <a:t>Isolated events</a:t>
            </a:r>
          </a:p>
          <a:p>
            <a:pPr lvl="1"/>
            <a:r>
              <a:t>Static rules</a:t>
            </a:r>
          </a:p>
          <a:p>
            <a:pPr lvl="1"/>
            <a:r>
              <a:t>High False Positives</a:t>
            </a:r>
          </a:p>
          <a:p>
            <a:pPr>
              <a:defRPr b="1"/>
            </a:pPr>
            <a:r>
              <a:t>10D Vectors (The 'How'):</a:t>
            </a:r>
          </a:p>
          <a:p>
            <a:pPr lvl="1"/>
            <a:r>
              <a:t>Behavioral shapes</a:t>
            </a:r>
          </a:p>
          <a:p>
            <a:pPr lvl="1"/>
            <a:r>
              <a:t>Neural Reconstruction</a:t>
            </a:r>
          </a:p>
          <a:p>
            <a:pPr lvl="1"/>
            <a:r>
              <a:t>Zero-day resilience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GATRA's 10-Dimensional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Network Flow: Duration, Bytes In, Bytes Out</a:t>
            </a:r>
          </a:p>
          <a:p>
            <a:pPr/>
            <a:r>
              <a:t>Connection Identity: Port, Encoded Protocol</a:t>
            </a:r>
          </a:p>
          <a:p>
            <a:pPr/>
            <a:r>
              <a:t>Behavioral Context: Time of Day, Day of Week</a:t>
            </a:r>
          </a:p>
          <a:p>
            <a:pPr/>
            <a:r>
              <a:t>Adaptive Slots: Reservce dimensions for custom labels</a:t>
            </a:r>
          </a:p>
          <a:p>
            <a:pPr/>
            <a:r>
              <a:t>Result: A unified 'Coordinate' in threat 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Telemetry: The Ultimate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Relational Graph State:</a:t>
            </a:r>
          </a:p>
          <a:p>
            <a:pPr lvl="1"/>
            <a:r>
              <a:t>Tracks lateral movement patterns across assets.</a:t>
            </a:r>
          </a:p>
          <a:p>
            <a:pPr>
              <a:defRPr b="1"/>
            </a:pPr>
            <a:r>
              <a:t>Temporal Causal Inference:</a:t>
            </a:r>
          </a:p>
          <a:p>
            <a:pPr lvl="1"/>
            <a:r>
              <a:t>Identifies the source event (The 'Patient Zero').</a:t>
            </a:r>
          </a:p>
          <a:p>
            <a:pPr>
              <a:defRPr b="1"/>
            </a:pPr>
            <a:r>
              <a:t>State Embeddings:</a:t>
            </a:r>
          </a:p>
          <a:p>
            <a:pPr lvl="1"/>
            <a:r>
              <a:t>Captures intent, not just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90% reduction in Alert Fatigue</a:t>
            </a:r>
          </a:p>
          <a:p>
            <a:pPr/>
            <a:r>
              <a:t>Detection of hidden C2 channels</a:t>
            </a:r>
          </a:p>
          <a:p>
            <a:pPr/>
            <a:r>
              <a:t>Automated Root Cause Generation</a:t>
            </a:r>
          </a:p>
          <a:p>
            <a:pPr/>
            <a:r>
              <a:t>Future-proof against 'Low and Slow' attacks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