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SOC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Commercial Architecture &amp; Value Proposition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This document outlines the commercial architecture, enabling MSSPs to transform their business model from "hours-based" to "outcome-based" security services.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Business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🚀 For the MSSP (The Provider)</a:t>
            </a:r>
          </a:p>
          <a:p>
            <a:pPr lvl="1"/>
            <a:r>
              <a:t>**Infinite Scalability**: The multi-tenant architecture allows you to onboard hundreds of clients without linearly increasing headcount.</a:t>
            </a:r>
          </a:p>
          <a:p>
            <a:pPr lvl="1"/>
            <a:r>
              <a:t>**Higher Margins**: Automate Tier 1 and Tier 2 analysis (90% of workload), reducing operational costs by up to 70%.</a:t>
            </a:r>
          </a:p>
          <a:p>
            <a:pPr lvl="1"/>
            <a:r>
              <a:t>**New Revenue Streams**: Sell "AI-Agent-as-a-Service" and premium "Autonomous Response" capabilities.</a:t>
            </a:r>
          </a:p>
          <a:p>
            <a:pPr lvl="1"/>
            <a:r>
              <a:t>**Future-Proofing**: Built on MCP (Model Context Protocol), enabling seamless integration with future AI tools and LLMs.</a:t>
            </a:r>
          </a:p>
          <a:p>
            <a:pPr>
              <a:defRPr b="1"/>
            </a:pPr>
            <a:r>
              <a:t>🛡️ For the Client (The End User)</a:t>
            </a:r>
          </a:p>
          <a:p>
            <a:pPr lvl="1"/>
            <a:r>
              <a:t>**Mean Time to Respond (MTTR) in Seconds**: AI agents detect and contain threats instantly, 24/7.</a:t>
            </a:r>
          </a:p>
          <a:p>
            <a:pPr lvl="1"/>
            <a:r>
              <a:t>**Transparency**: Real-time dashboards show exactly what the AI is doing, building trust.</a:t>
            </a:r>
          </a:p>
          <a:p>
            <a:pPr lvl="1"/>
            <a:r>
              <a:t>**Cost-Effective**: Enterprise-grade security at a fraction of the cost of building an internal SOC.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Commercial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platform is architected to support a multi-tiered service model.</a:t>
            </a:r>
          </a:p>
          <a:p>
            <a:pPr>
              <a:defRPr b="1"/>
            </a:pPr>
            <a:r>
              <a:t>Tier 1: "Essential" (Automated Detection)</a:t>
            </a:r>
          </a:p>
          <a:p>
            <a:pPr lvl="1"/>
            <a:r>
              <a:t>**Features**:</a:t>
            </a:r>
          </a:p>
          <a:p>
            <a:pPr/>
            <a:r>
              <a:t>*   Event Ingestion via API.</a:t>
            </a:r>
          </a:p>
          <a:p>
            <a:pPr/>
            <a:r>
              <a:t>*   ADA (Anomaly Detection Agent) scanning.</a:t>
            </a:r>
          </a:p>
          <a:p>
            <a:pPr/>
            <a:r>
              <a:t>*   Basic Email Alerts.</a:t>
            </a:r>
          </a:p>
          <a:p>
            <a:pPr lvl="1"/>
            <a:r>
              <a:t>**Target**: SMEs needing compliance and basic monitoring.</a:t>
            </a:r>
          </a:p>
          <a:p>
            <a:pPr lvl="1"/>
            <a:r>
              <a:t>**Tech Stack**: BigQuery + ADA Service.</a:t>
            </a:r>
          </a:p>
          <a:p>
            <a:pPr>
              <a:defRPr b="1"/>
            </a:pPr>
            <a:r>
              <a:t>Tier 2: "Professional" (AI Analysis)</a:t>
            </a:r>
          </a:p>
          <a:p>
            <a:pPr lvl="1"/>
            <a:r>
              <a:t>**Features**:</a:t>
            </a:r>
          </a:p>
          <a:p>
            <a:pPr/>
            <a:r>
              <a:t>*   All Tier 1 features.</a:t>
            </a:r>
          </a:p>
          <a:p>
            <a:pPr/>
            <a:r>
              <a:t>*   **TAA (Triage &amp; Analysis Agent)**: AI investigates alerts, reducing false positives.</a:t>
            </a:r>
          </a:p>
          <a:p>
            <a:pPr/>
            <a:r>
              <a:t>*   **MCP Integration**: AI queries external threat intel (VirusTotal, AbuseIPDB) automatically.</a:t>
            </a:r>
          </a:p>
          <a:p>
            <a:pPr/>
            <a:r>
              <a:t>*   Interactive Customer Portal.</a:t>
            </a:r>
          </a:p>
          <a:p>
            <a:pPr lvl="1"/>
            <a:r>
              <a:t>**Target**: Mid-market companies requiring active defense.</a:t>
            </a:r>
          </a:p>
          <a:p>
            <a:pPr lvl="1"/>
            <a:r>
              <a:t>**Tech Stack**: ADA + TAA + MCP Server.</a:t>
            </a:r>
          </a:p>
          <a:p>
            <a:pPr>
              <a:defRPr b="1"/>
            </a:pPr>
            <a:r>
              <a:t>Tier 3: "Enterprise" (Autonomous Response)</a:t>
            </a:r>
          </a:p>
          <a:p>
            <a:pPr lvl="1"/>
            <a:r>
              <a:t>**Features**:</a:t>
            </a:r>
          </a:p>
          <a:p>
            <a:pPr/>
            <a:r>
              <a:t>*   All Tier 2 features.</a:t>
            </a:r>
          </a:p>
          <a:p>
            <a:pPr/>
            <a:r>
              <a:t>*   **CRA (Containment Response Agent)**: Automated blocking of IPs, isolation of hosts.</a:t>
            </a:r>
          </a:p>
          <a:p>
            <a:pPr/>
            <a:r>
              <a:t>*   **CLA (Continuous Learning Agent)**: Custom model training on client data.</a:t>
            </a:r>
          </a:p>
          <a:p>
            <a:pPr/>
            <a:r>
              <a:t>*   Dedicated Tenant Resources.</a:t>
            </a:r>
          </a:p>
          <a:p>
            <a:pPr lvl="1"/>
            <a:r>
              <a:t>**Target**: Large enterprises with critical infrastructure.</a:t>
            </a:r>
          </a:p>
          <a:p>
            <a:pPr lvl="1"/>
            <a:r>
              <a:t>**Tech Stack**: Full Multi-Agent Swarm (ADA, TAA, CRA, CLA).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Technical Architecture for Sales</a:t>
            </a:r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576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Monetization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API-First Integration</a:t>
            </a:r>
          </a:p>
          <a:p>
            <a:pPr/>
            <a:r>
              <a:t>The **MSSP Platform Server** exposes a clean REST API (`/api/v1/events`, `/api/v1/tenants`).</a:t>
            </a:r>
          </a:p>
          <a:p>
            <a:pPr lvl="1"/>
            <a:r>
              <a:t>**Sell Integration**: Charge setup fees to integrate with client's existing IT stack.</a:t>
            </a:r>
          </a:p>
          <a:p>
            <a:pPr lvl="1"/>
            <a:r>
              <a:t>**Volume Pricing**: Charge per GB of ingested logs or per EPS (Events Per Second).</a:t>
            </a:r>
          </a:p>
          <a:p>
            <a:pPr>
              <a:defRPr b="1"/>
            </a:pPr>
            <a:r>
              <a:t>Agentic Add-Ons</a:t>
            </a:r>
          </a:p>
          <a:p>
            <a:pPr lvl="1"/>
            <a:r>
              <a:t>**"Investigate with AI" Button**: Charge per on-demand deep investigation triggered by the client.</a:t>
            </a:r>
          </a:p>
          <a:p>
            <a:pPr lvl="1"/>
            <a:r>
              <a:t>**Custom Compliance Reports**: AI-generated reports for GDPR/SOC2, sold as a monthly add-on.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Advanced Ecosystem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Expand your service portfolio with our cutting-edge ecosystem modules:</a:t>
            </a:r>
          </a:p>
          <a:p>
            <a:pPr>
              <a:defRPr b="1"/>
            </a:pPr>
            <a:r>
              <a:t>🌐 Digital Twin SOC (Situational Awareness)</a:t>
            </a:r>
          </a:p>
          <a:p>
            <a:pPr lvl="1"/>
            <a:r>
              <a:t>**What it is**: A real-time 3D visualization of your client's entire network and security posture.</a:t>
            </a:r>
          </a:p>
          <a:p>
            <a:pPr lvl="1"/>
            <a:r>
              <a:t>**Value**: Transforms abstract logs into a visual "War Room" experience. Instantly spot compromised nodes and attack paths in a 3D space.</a:t>
            </a:r>
          </a:p>
          <a:p>
            <a:pPr lvl="1"/>
            <a:r>
              <a:t>**Reference**: [Digital Twin Showcase](https://github.com/ghifiardi/digital_twin_SOC_sowcase)</a:t>
            </a:r>
          </a:p>
          <a:p>
            <a:pPr>
              <a:defRPr b="1"/>
            </a:pPr>
            <a:r>
              <a:t>🛡️ Proactive Security Orchestrator (DevSecOps)</a:t>
            </a:r>
          </a:p>
          <a:p>
            <a:pPr lvl="1"/>
            <a:r>
              <a:t>**What it is**: A "Shift-Left" engine that integrates directly into the client's development pipeline (CI/CD).</a:t>
            </a:r>
          </a:p>
          <a:p>
            <a:pPr lvl="1"/>
            <a:r>
              <a:t>**Value**: Stops vulnerabilities *before* they reach production. Uses **Semgrep** and **Gitleaks** to audit code and secrets automatically.</a:t>
            </a:r>
          </a:p>
          <a:p>
            <a:pPr lvl="1"/>
            <a:r>
              <a:t>**Reference**: [Proactive Orchestrator](https://github.com/ghifiardi/proactive-security-orchestrator)</a:t>
            </a:r>
          </a:p>
          <a:p>
            <a:pPr>
              <a:defRPr b="1"/>
            </a:pPr>
            <a:r>
              <a:t>👁️ Unified Cyber-Physical Defense (YOLO)</a:t>
            </a:r>
          </a:p>
          <a:p>
            <a:pPr lvl="1"/>
            <a:r>
              <a:t>**What it is**: AI-powered computer vision integration for physical security feeds (CCTV) and customer touchpoints.</a:t>
            </a:r>
          </a:p>
          <a:p>
            <a:pPr lvl="1"/>
            <a:r>
              <a:t>**Use Case**: **Fraud &amp; Social Engineering Defense** (Telco/Banking).</a:t>
            </a:r>
          </a:p>
          <a:p>
            <a:pPr lvl="1"/>
            <a:r>
              <a:t>**Key Capabilities**:</a:t>
            </a:r>
          </a:p>
          <a:p>
            <a:pPr/>
            <a:r>
              <a:t>*   **Face Spoofing &amp; Liveness Detection**: Prevents identity fraud using photo/video replay or masks.</a:t>
            </a:r>
          </a:p>
          <a:p>
            <a:pPr/>
            <a:r>
              <a:t>*   **Device Presence Detection**: Detects unauthorized recording devices (phones/cameras) pointing at agent screens, a key indicator of **SIM Swap Fraud** or coercion.</a:t>
            </a:r>
          </a:p>
          <a:p>
            <a:pPr/>
            <a:r>
              <a:t>*   **Contextual Risk Signals**: Correlates physical behaviors with KYC data to flag high-risk interactions in real-time.</a:t>
            </a:r>
          </a:p>
          <a:p>
            <a:pPr lvl="1"/>
            <a:r>
              <a:t>**Value**: Bridges the gap between cyber and physical worlds. Detects unauthorized physical access or security breaches that could precede a cyber attack.</a:t>
            </a:r>
          </a:p>
          <a:p>
            <a:pPr lvl="1"/>
            <a:r>
              <a:t>**Reference**: [YOLO Integration](https://github.com/ghifiardi/YOLO)</a:t>
            </a:r>
          </a:p>
          <a:p>
            <a:pPr>
              <a:defRPr b="1"/>
            </a:pPr>
            <a:r>
              <a:t>🏦 AI Fraud Modelling Dashboard (Banking &amp; Fintech)</a:t>
            </a:r>
          </a:p>
          <a:p>
            <a:pPr lvl="1"/>
            <a:r>
              <a:t>**What it is**: A specialized module for real-time transaction monitoring and fraud detection.</a:t>
            </a:r>
          </a:p>
          <a:p>
            <a:pPr lvl="1"/>
            <a:r>
              <a:t>**Use Case**: **Financial Crime Prevention &amp; Blockchain Analytics**.</a:t>
            </a:r>
          </a:p>
          <a:p>
            <a:pPr lvl="1"/>
            <a:r>
              <a:t>**Key Capabilities**:</a:t>
            </a:r>
          </a:p>
          <a:p>
            <a:pPr/>
            <a:r>
              <a:t>*   **Multi-Agent Intelligence Network**: Connects with regional agents (Jakarta Bank Consortium, Singapore Regional Agent) to share fraud patterns like BI-FAST abuse and money laundering.</a:t>
            </a:r>
          </a:p>
          <a:p>
            <a:pPr/>
            <a:r>
              <a:t>*   **Real-Time Risk Scoring**: Uses ensemble models (Random Forest, Isolation Forest) to score transactions in milliseconds.</a:t>
            </a:r>
          </a:p>
          <a:p>
            <a:pPr/>
            <a:r>
              <a:t>*   **Blockchain Integration**: Capable of monitoring crypto-asset flows and correlating them with fiat transactions for comprehensive AML (Anti-Money Laundering).</a:t>
            </a:r>
          </a:p>
          <a:p>
            <a:pPr lvl="1"/>
            <a:r>
              <a:t>**Value**: Reduces false positives in transaction monitoring and enables collaborative defense against global financial fraud rings.</a:t>
            </a:r>
          </a:p>
          <a:p>
            <a:pPr lvl="1"/>
            <a:r>
              <a:t>**Reference**: [Fraud Modelling Dashboard](https://github.com/ghifiardi/fraud_modelling_dashboard)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