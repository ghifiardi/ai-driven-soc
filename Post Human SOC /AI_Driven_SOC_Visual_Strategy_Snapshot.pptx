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SOC: Visual Strategy Snapshot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Condensed executive visual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Post-Human SOC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cognition → Predictive defense → Ethical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ADA/TAA/CRA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Interconnected micro-agents through GCP Pub/Sub + Chronicle.</a:t>
            </a:r>
          </a:p>
          <a:p>
            <a:r>
              <a:t>Editable triangular diagram for live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Integration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Telemetry → Data → Agent → Output Layers.</a:t>
            </a:r>
          </a:p>
          <a:p>
            <a:r>
              <a:t>All Vertex AI-enabled and PDP compliant.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Roadmap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1–4: Cognitive → Predictive → Chronometric → Federated.</a:t>
            </a:r>
          </a:p>
          <a:p>
            <a:r>
              <a:t>Autonomous SOC maturity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MTTR &lt;10 min | False Positives &lt;25% | EI ↓ | PDP ≥95%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