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5"/>
  </p:normalViewPr>
  <p:slideViewPr>
    <p:cSldViewPr snapToGrid="0" snapToObjects="1">
      <p:cViewPr varScale="1">
        <p:scale>
          <a:sx n="100" d="100"/>
          <a:sy n="100" d="100"/>
        </p:scale>
        <p:origin x="2056" y="4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17725"/>
            <a:ext cx="7772400" cy="1470025"/>
          </a:xfrm>
        </p:spPr>
        <p:txBody>
          <a:bodyPr/>
          <a:lstStyle/>
          <a:p>
            <a:r>
              <a:t>AI-Driven SOC Transformation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73500"/>
            <a:ext cx="6400800" cy="1752600"/>
          </a:xfrm>
        </p:spPr>
        <p:txBody>
          <a:bodyPr>
            <a:normAutofit fontScale="70000" lnSpcReduction="20000"/>
          </a:bodyPr>
          <a:lstStyle/>
          <a:p>
            <a:r>
              <a:rPr dirty="0"/>
              <a:t>From Human-Centric Operations to Adaptive Cyber Intelligence</a:t>
            </a:r>
          </a:p>
          <a:p>
            <a:endParaRPr dirty="0"/>
          </a:p>
          <a:p>
            <a:r>
              <a:rPr dirty="0"/>
              <a:t>Raditio Ghifiardi</a:t>
            </a:r>
          </a:p>
          <a:p>
            <a:r>
              <a:rPr dirty="0"/>
              <a:t>VP – Head of Security Strategy &amp; Architecture, IOH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Cyber threat velocity exceeds human response capacity.</a:t>
            </a:r>
          </a:p>
          <a:p>
            <a:r>
              <a:rPr dirty="0"/>
              <a:t>Vision: Build a self-adaptive, intelligence-driven SOC ecosystem.</a:t>
            </a:r>
          </a:p>
          <a:p>
            <a:r>
              <a:rPr dirty="0"/>
              <a:t>Mission: Integrate AI, simulation, and ethical governance for real-time resilience.</a:t>
            </a:r>
          </a:p>
          <a:p>
            <a:r>
              <a:rPr dirty="0"/>
              <a:t>Value: Faster detection, fewer false positives, predictive containment.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Post-Human SOC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SOC evolves from static monitoring to adaptive cognition.</a:t>
            </a:r>
          </a:p>
          <a:p>
            <a:r>
              <a:rPr dirty="0"/>
              <a:t>Layers: Perception → Cognition → Will → Action → Ethics.</a:t>
            </a:r>
          </a:p>
          <a:p>
            <a:r>
              <a:rPr dirty="0"/>
              <a:t>Goal: System coherence and entropy minimization as a KPI.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IOH AI-Driven SOC (ADA/TAA/CRA Architecture)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Oval 3"/>
          <p:cNvSpPr/>
          <p:nvPr/>
        </p:nvSpPr>
        <p:spPr>
          <a:xfrm>
            <a:off x="1371600" y="2743200"/>
            <a:ext cx="1097280" cy="1097280"/>
          </a:xfrm>
          <a:prstGeom prst="ellipse">
            <a:avLst/>
          </a:prstGeom>
          <a:solidFill>
            <a:srgbClr val="FFFFFF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ADA</a:t>
            </a:r>
          </a:p>
        </p:txBody>
      </p:sp>
      <p:sp>
        <p:nvSpPr>
          <p:cNvPr id="5" name="Oval 4"/>
          <p:cNvSpPr/>
          <p:nvPr/>
        </p:nvSpPr>
        <p:spPr>
          <a:xfrm>
            <a:off x="4114800" y="1371600"/>
            <a:ext cx="1097280" cy="1097280"/>
          </a:xfrm>
          <a:prstGeom prst="ellipse">
            <a:avLst/>
          </a:prstGeom>
          <a:solidFill>
            <a:srgbClr val="FFFFFF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TAA</a:t>
            </a:r>
          </a:p>
        </p:txBody>
      </p:sp>
      <p:sp>
        <p:nvSpPr>
          <p:cNvPr id="6" name="Oval 5"/>
          <p:cNvSpPr/>
          <p:nvPr/>
        </p:nvSpPr>
        <p:spPr>
          <a:xfrm>
            <a:off x="6858000" y="2743200"/>
            <a:ext cx="1097280" cy="1097280"/>
          </a:xfrm>
          <a:prstGeom prst="ellipse">
            <a:avLst/>
          </a:prstGeom>
          <a:solidFill>
            <a:srgbClr val="FFFFFF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CRA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4114800"/>
            <a:ext cx="36576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Pub/Sub Bus + GCP Chronicle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GCP Integration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21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Telemetry Sources: Chronicle / Firewalls / APIs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34640"/>
            <a:ext cx="73152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21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Processing Layer: BigQuery + Vertex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21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Agent Layer: ADA / TAA / CRA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846320"/>
            <a:ext cx="73152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21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Output Layer: SOC Dashboard / PDP Compliance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Roadmap (4 Phases)</a:t>
            </a:r>
          </a:p>
        </p:txBody>
      </p:sp>
      <p:sp>
        <p:nvSpPr>
          <p:cNvPr id="4" name="Chevron 3"/>
          <p:cNvSpPr/>
          <p:nvPr/>
        </p:nvSpPr>
        <p:spPr>
          <a:xfrm>
            <a:off x="914400" y="2743200"/>
            <a:ext cx="2120900" cy="914400"/>
          </a:xfrm>
          <a:prstGeom prst="chevron">
            <a:avLst/>
          </a:prstGeom>
          <a:solidFill>
            <a:srgbClr val="DC354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dirty="0"/>
              <a:t>Phase 1: Cognitive Telemetry</a:t>
            </a:r>
          </a:p>
        </p:txBody>
      </p:sp>
      <p:sp>
        <p:nvSpPr>
          <p:cNvPr id="5" name="Chevron 4"/>
          <p:cNvSpPr/>
          <p:nvPr/>
        </p:nvSpPr>
        <p:spPr>
          <a:xfrm>
            <a:off x="2743200" y="2743200"/>
            <a:ext cx="2120900" cy="914400"/>
          </a:xfrm>
          <a:prstGeom prst="chevron">
            <a:avLst/>
          </a:prstGeom>
          <a:solidFill>
            <a:srgbClr val="21252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dirty="0"/>
              <a:t>Phase 2: Predictive Twin Fabric</a:t>
            </a:r>
          </a:p>
        </p:txBody>
      </p:sp>
      <p:sp>
        <p:nvSpPr>
          <p:cNvPr id="6" name="Chevron 5"/>
          <p:cNvSpPr/>
          <p:nvPr/>
        </p:nvSpPr>
        <p:spPr>
          <a:xfrm>
            <a:off x="4572000" y="2743200"/>
            <a:ext cx="2120900" cy="914400"/>
          </a:xfrm>
          <a:prstGeom prst="chevron">
            <a:avLst/>
          </a:prstGeom>
          <a:solidFill>
            <a:srgbClr val="DC354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dirty="0"/>
              <a:t>Phase 3: Chronometric Simulation</a:t>
            </a:r>
          </a:p>
        </p:txBody>
      </p:sp>
      <p:sp>
        <p:nvSpPr>
          <p:cNvPr id="7" name="Chevron 6"/>
          <p:cNvSpPr/>
          <p:nvPr/>
        </p:nvSpPr>
        <p:spPr>
          <a:xfrm>
            <a:off x="6400800" y="2743200"/>
            <a:ext cx="1993900" cy="914400"/>
          </a:xfrm>
          <a:prstGeom prst="chevron">
            <a:avLst/>
          </a:prstGeom>
          <a:solidFill>
            <a:srgbClr val="21252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dirty="0"/>
              <a:t>Phase 4: Federated Trust Mesh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MTTR → 30 min → &lt;10 min</a:t>
            </a:r>
          </a:p>
          <a:p>
            <a:r>
              <a:t>False Positives → 42% → &lt;25%</a:t>
            </a:r>
          </a:p>
          <a:p>
            <a:r>
              <a:t>Entropy Index → 1.0 → 0.6</a:t>
            </a:r>
          </a:p>
          <a:p>
            <a:r>
              <a:t>PDP Compliance → 80% → 95%+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Value to IOH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Autonomous SOC scales without extra headcount.</a:t>
            </a:r>
          </a:p>
          <a:p>
            <a:r>
              <a:rPr dirty="0"/>
              <a:t>Lower OPEX via AI-driven triage.</a:t>
            </a:r>
          </a:p>
          <a:p>
            <a:r>
              <a:rPr dirty="0"/>
              <a:t>Improved transparency for regulators.</a:t>
            </a:r>
          </a:p>
          <a:p>
            <a:r>
              <a:rPr dirty="0"/>
              <a:t>Regional leadership in AI security innovation.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Establish `.agents/` governance workspace.</a:t>
            </a:r>
          </a:p>
          <a:p>
            <a:r>
              <a:rPr dirty="0"/>
              <a:t>Launch Phase 1 pilot (</a:t>
            </a:r>
            <a:r>
              <a:rPr dirty="0" err="1"/>
              <a:t>BigQuery</a:t>
            </a:r>
            <a:r>
              <a:rPr dirty="0"/>
              <a:t> + Vertex AI).</a:t>
            </a:r>
          </a:p>
          <a:p>
            <a:r>
              <a:rPr dirty="0"/>
              <a:t>Upskill SOC team on RL + governance.</a:t>
            </a:r>
          </a:p>
          <a:p>
            <a:r>
              <a:rPr dirty="0"/>
              <a:t>Track Entropy Index &amp; PDP metrics.</a:t>
            </a:r>
          </a:p>
          <a:p>
            <a:r>
              <a:rPr dirty="0"/>
              <a:t>Management checkpoint every 90 days.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6403</TotalTime>
  <Words>294</Words>
  <Application>Microsoft Macintosh PowerPoint</Application>
  <PresentationFormat>On-screen Show (4:3)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AI-Driven SOC Transformation Roadmap</vt:lpstr>
      <vt:lpstr>Executive Summary</vt:lpstr>
      <vt:lpstr>Post-Human SOC Vision</vt:lpstr>
      <vt:lpstr>IOH AI-Driven SOC (ADA/TAA/CRA Architecture)</vt:lpstr>
      <vt:lpstr>GCP Integration Layers</vt:lpstr>
      <vt:lpstr>Strategic Roadmap (4 Phases)</vt:lpstr>
      <vt:lpstr>Key Performance Indicators (KPIs)</vt:lpstr>
      <vt:lpstr>Strategic Value to IOH</vt:lpstr>
      <vt:lpstr>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Raditio Ghifiardi</cp:lastModifiedBy>
  <cp:revision>2</cp:revision>
  <dcterms:created xsi:type="dcterms:W3CDTF">2013-01-27T09:14:16Z</dcterms:created>
  <dcterms:modified xsi:type="dcterms:W3CDTF">2025-10-24T12:55:45Z</dcterms:modified>
  <cp:category/>
</cp:coreProperties>
</file>