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SOC Transformation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Human-Centric Operations to Adaptive Cyber Intelligence</a:t>
            </a:r>
          </a:p>
          <a:p/>
          <a:p>
            <a:r>
              <a:t>Raditio Ghifiardi</a:t>
            </a:r>
          </a:p>
          <a:p>
            <a:r>
              <a:t>VP – Head of Security Strategy &amp; Architecture, IOH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Cyber threat velocity exceeds human response.</a:t>
            </a:r>
          </a:p>
          <a:p>
            <a:r>
              <a:t>• Vision: Self-adaptive, intelligence-driven SOC.</a:t>
            </a:r>
          </a:p>
          <a:p>
            <a:r>
              <a:t>• Mission: Integrate AI, simulation, and ethical governance.</a:t>
            </a:r>
          </a:p>
          <a:p>
            <a:r>
              <a:t>• Value: Faster detection, fewer false positives, predictive containment.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Change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299.8M accounts breached globally in 2023.</a:t>
            </a:r>
          </a:p>
          <a:p>
            <a:r>
              <a:t>• 5G, IoT, and AI expand attack surfaces.</a:t>
            </a:r>
          </a:p>
          <a:p>
            <a:r>
              <a:t>• Manual SOC workflows can't scale.</a:t>
            </a:r>
          </a:p>
          <a:p>
            <a:r>
              <a:t>• Need: Predictive, autonomous, ethical defense.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Post-Human SOC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Layers: Perception → Cognition → Will → Action → Ethics.</a:t>
            </a:r>
          </a:p>
          <a:p>
            <a:r>
              <a:t>• SOC as a neuro-cybernetic organism.</a:t>
            </a:r>
          </a:p>
          <a:p>
            <a:r>
              <a:t>• Self-learning micro-agents replace static playbooks.</a:t>
            </a:r>
          </a:p>
          <a:p>
            <a:r>
              <a:t>• Entropy-based security as the new KPI.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IOH AI-Driven SOC (ADA/TAA/CRA)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ADA: Detects anomalies via semantic embeddings.</a:t>
            </a:r>
          </a:p>
          <a:p>
            <a:r>
              <a:t>• TAA: Predictive analytics and simulations.</a:t>
            </a:r>
          </a:p>
          <a:p>
            <a:r>
              <a:t>• CRA: Autonomous containment.</a:t>
            </a:r>
          </a:p>
          <a:p>
            <a:r>
              <a:t>• Ethical Layer: PDP + ISO/IEC 42001 alignment.</a:t>
            </a:r>
          </a:p>
          <a:p>
            <a:r>
              <a:t>(Editable diagram placeholder: ADA ↔ TAA ↔ CRA interconnected via GCP Pub/Sub + Chronicle)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Roadmap (Phased Implementation)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Cognitive Telemetry + RL Feedback → Context-aware detection</a:t>
            </a:r>
          </a:p>
          <a:p>
            <a:r>
              <a:t>Phase 2: Predictive Twin Fabric + Micro-Bots → Autonomous containment</a:t>
            </a:r>
          </a:p>
          <a:p>
            <a:r>
              <a:t>Phase 3: Chronometric Simulation → Retro-causal learning</a:t>
            </a:r>
          </a:p>
          <a:p>
            <a:r>
              <a:t>Phase 4: Federated Trust Mesh + AI Governance → Cross-domain intelligence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– Cognitive Telemetry + RL Policy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Embed telemetry with Vertex AI embeddings.</a:t>
            </a:r>
          </a:p>
          <a:p>
            <a:r>
              <a:t>• RL-based policy adjustment via CRA feedback.</a:t>
            </a:r>
          </a:p>
          <a:p>
            <a:r>
              <a:t>• Quick win: &lt;30% false positives, faster triage.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2–3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Predictive digital twin for proactive defense.</a:t>
            </a:r>
          </a:p>
          <a:p>
            <a:r>
              <a:t>• Micro-SOAR bots triggered via Pub/Sub.</a:t>
            </a:r>
          </a:p>
          <a:p>
            <a:r>
              <a:t>• Chronometric replay → predictive retraining.</a:t>
            </a:r>
          </a:p>
          <a:p>
            <a:r>
              <a:t>• 40% MTTR reduction, 10–20s earlier detection window.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 – Governance &amp;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Federated intelligence across Core, IT, CX.</a:t>
            </a:r>
          </a:p>
          <a:p>
            <a:r>
              <a:t>• Explainable AI (SHAP/Vertex XAI) for transparency.</a:t>
            </a:r>
          </a:p>
          <a:p>
            <a:r>
              <a:t>• PDP compliance + ISO/IEC 42001 certification.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MTTR → 30 min → &lt;10 min</a:t>
            </a:r>
          </a:p>
          <a:p>
            <a:r>
              <a:t>False Positives → 42% → &lt;25%</a:t>
            </a:r>
          </a:p>
          <a:p>
            <a:r>
              <a:t>Entropy Index → 1.0 → 0.6</a:t>
            </a:r>
          </a:p>
          <a:p>
            <a:r>
              <a:t>PDP Compliance → 80% → 95%+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Value to IOH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Autonomous SOC scales without extra headcount.</a:t>
            </a:r>
          </a:p>
          <a:p>
            <a:r>
              <a:t>• Lower OPEX via AI triage.</a:t>
            </a:r>
          </a:p>
          <a:p>
            <a:r>
              <a:t>• Improved transparency for regulators.</a:t>
            </a:r>
          </a:p>
          <a:p>
            <a:r>
              <a:t>• Regional leadership in AI security innovation.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Establish `.agents/` governance workspace.</a:t>
            </a:r>
          </a:p>
          <a:p>
            <a:r>
              <a:t>• Launch Phase 1 pilot (BigQuery + Vertex AI).</a:t>
            </a:r>
          </a:p>
          <a:p>
            <a:r>
              <a:t>• Upskill SOC team on RL + governance.</a:t>
            </a:r>
          </a:p>
          <a:p>
            <a:r>
              <a:t>• Track Entropy Index &amp; PDP metrics.</a:t>
            </a:r>
          </a:p>
          <a:p>
            <a:r>
              <a:t>• Management checkpoint every 90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