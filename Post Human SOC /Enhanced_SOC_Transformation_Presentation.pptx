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D4FF"/>
                </a:solidFill>
              </a:defRPr>
            </a:pPr>
            <a:r>
              <a:t>AI-Driven SOC Transformation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Enhanced Simulation &amp; Visual Strategy</a:t>
            </a:r>
          </a:p>
          <a:p/>
          <a:p>
            <a:r>
              <a:t>From Post-Human SOC to AI-Driven SOC</a:t>
            </a:r>
          </a:p>
          <a:p>
            <a:r>
              <a:t>4-Phase Implementation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🎯 TRANSFORMATION GOAL</a:t>
            </a:r>
          </a:p>
          <a:p>
            <a:r>
              <a:t>Transform from reactive SOC to AI-driven autonomous defense</a:t>
            </a:r>
          </a:p>
          <a:p/>
          <a:p>
            <a:r>
              <a:t>📊 KEY METRICS ACHIEVED</a:t>
            </a:r>
          </a:p>
          <a:p>
            <a:r>
              <a:t>• MTTR: 30 min → 8 min (73% improvement)</a:t>
            </a:r>
          </a:p>
          <a:p>
            <a:r>
              <a:t>• False Positives: 42% → 9% (78% reduction)</a:t>
            </a:r>
          </a:p>
          <a:p>
            <a:r>
              <a:t>• Compliance: 80% → 95% (regulatory ready)</a:t>
            </a:r>
          </a:p>
          <a:p>
            <a:r>
              <a:t>• System Entropy: 1.0 → 0.6 (optimized)</a:t>
            </a:r>
          </a:p>
          <a:p/>
          <a:p>
            <a:r>
              <a:t>🤖 AI AGENTS DEPLOYED</a:t>
            </a:r>
          </a:p>
          <a:p>
            <a:r>
              <a:t>• ADA (Adaptive Defense): Autonomous response</a:t>
            </a:r>
          </a:p>
          <a:p>
            <a:r>
              <a:t>• TAA (Threat Analysis): Predictive intelligence  </a:t>
            </a:r>
          </a:p>
          <a:p>
            <a:r>
              <a:t>• CRA (Compliance &amp; Response): Regulatory assurance</a:t>
            </a:r>
          </a:p>
          <a:p/>
          <a:p>
            <a:r>
              <a:t>💰 ROI: 380% in Year 1</a:t>
            </a:r>
          </a:p>
          <a:p>
            <a:r>
              <a:t>• $5.7M value creation</a:t>
            </a:r>
          </a:p>
          <a:p>
            <a:r>
              <a:t>• $1.5M technology investment</a:t>
            </a:r>
          </a:p>
          <a:p>
            <a:r>
              <a:t>• 12-month implementation timeline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SOC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🚨 ALERT OVERLOAD</a:t>
            </a:r>
          </a:p>
          <a:p>
            <a:r>
              <a:t>• 50 million security alerts daily</a:t>
            </a:r>
          </a:p>
          <a:p>
            <a:r>
              <a:t>• 42% are false positives</a:t>
            </a:r>
          </a:p>
          <a:p>
            <a:r>
              <a:t>• Analysts spend 80% time chasing ghosts</a:t>
            </a:r>
          </a:p>
          <a:p/>
          <a:p>
            <a:r>
              <a:t>⏰ SLOW RESPONSE TIMES</a:t>
            </a:r>
          </a:p>
          <a:p>
            <a:r>
              <a:t>• Average MTTR: 30 minutes</a:t>
            </a:r>
          </a:p>
          <a:p>
            <a:r>
              <a:t>• Human approval bottlenecks</a:t>
            </a:r>
          </a:p>
          <a:p>
            <a:r>
              <a:t>• Manual investigation processes</a:t>
            </a:r>
          </a:p>
          <a:p/>
          <a:p>
            <a:r>
              <a:t>📉 COMPLIANCE GAPS</a:t>
            </a:r>
          </a:p>
          <a:p>
            <a:r>
              <a:t>• 80% PDP compliance baseline</a:t>
            </a:r>
          </a:p>
          <a:p>
            <a:r>
              <a:t>• Manual audit processes</a:t>
            </a:r>
          </a:p>
          <a:p>
            <a:r>
              <a:t>• Regulatory risk exposure</a:t>
            </a:r>
          </a:p>
          <a:p/>
          <a:p>
            <a:r>
              <a:t>💸 OPERATIONAL INEFFICIENCY</a:t>
            </a:r>
          </a:p>
          <a:p>
            <a:r>
              <a:t>• 12 analysts, limited productivity</a:t>
            </a:r>
          </a:p>
          <a:p>
            <a:r>
              <a:t>• Alert fatigue and burnout</a:t>
            </a:r>
          </a:p>
          <a:p>
            <a:r>
              <a:t>• Reactive vs. proactive defense</a:t>
            </a:r>
          </a:p>
          <a:p/>
          <a:p>
            <a:r>
              <a:t>🎯 OPPORTUNITY</a:t>
            </a:r>
          </a:p>
          <a:p>
            <a:r>
              <a:t>Transform to AI-driven autonomous SOC</a:t>
            </a:r>
          </a:p>
          <a:p>
            <a:r>
              <a:t>with 4-phase implementation approach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AI-Driven SOC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🧠 PHASE 1: COGNITIVE TELEMETRY</a:t>
            </a:r>
          </a:p>
          <a:p>
            <a:r>
              <a:t>"Teaching the System to See"</a:t>
            </a:r>
          </a:p>
          <a:p>
            <a:r>
              <a:t>• 50M+ event correlation</a:t>
            </a:r>
          </a:p>
          <a:p>
            <a:r>
              <a:t>• ML-powered alert reduction</a:t>
            </a:r>
          </a:p>
          <a:p>
            <a:r>
              <a:t>• 90% correlation accuracy</a:t>
            </a:r>
          </a:p>
          <a:p/>
          <a:p>
            <a:r>
              <a:t>🔮 PHASE 2: PREDICTIVE TWIN FABRIC  </a:t>
            </a:r>
          </a:p>
          <a:p>
            <a:r>
              <a:t>"Teaching the System to Think Ahead"</a:t>
            </a:r>
          </a:p>
          <a:p>
            <a:r>
              <a:t>• Digital twin simulation</a:t>
            </a:r>
          </a:p>
          <a:p>
            <a:r>
              <a:t>• 10,000+ attack scenarios</a:t>
            </a:r>
          </a:p>
          <a:p>
            <a:r>
              <a:t>• Predictive response planning</a:t>
            </a:r>
          </a:p>
          <a:p/>
          <a:p>
            <a:r>
              <a:t>⚡ PHASE 3: CHRONOMETRIC SIMULATION</a:t>
            </a:r>
          </a:p>
          <a:p>
            <a:r>
              <a:t>"Teaching the System to Plan"</a:t>
            </a:r>
          </a:p>
          <a:p>
            <a:r>
              <a:t>• Reinforcement learning agents</a:t>
            </a:r>
          </a:p>
          <a:p>
            <a:r>
              <a:t>• Autonomous decision making</a:t>
            </a:r>
          </a:p>
          <a:p>
            <a:r>
              <a:t>• Sub-10-minute MTTR</a:t>
            </a:r>
          </a:p>
          <a:p/>
          <a:p>
            <a:r>
              <a:t>🌐 PHASE 4: FEDERATED TRUST MESH</a:t>
            </a:r>
          </a:p>
          <a:p>
            <a:r>
              <a:t>"Teaching the System to Collaborate"</a:t>
            </a:r>
          </a:p>
          <a:p>
            <a:r>
              <a:t>• Partner network intelligence</a:t>
            </a:r>
          </a:p>
          <a:p>
            <a:r>
              <a:t>• Privacy-preserving sharing</a:t>
            </a:r>
          </a:p>
          <a:p>
            <a:r>
              <a:t>• Collective defense ecosystem</a:t>
            </a:r>
          </a:p>
          <a:p/>
          <a:p>
            <a:r>
              <a:t>🎯 RESULT: Autonomous AI-driven SOC</a:t>
            </a:r>
          </a:p>
          <a:p>
            <a:r>
              <a:t>with 95%+ compliance and 8-minute MTTR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🤖 ADA AGENT (Adaptive Defense)</a:t>
            </a:r>
          </a:p>
          <a:p>
            <a:r>
              <a:t>• Real-time threat detection</a:t>
            </a:r>
          </a:p>
          <a:p>
            <a:r>
              <a:t>• Autonomous response execution</a:t>
            </a:r>
          </a:p>
          <a:p>
            <a:r>
              <a:t>• Network isolation &amp; containment</a:t>
            </a:r>
          </a:p>
          <a:p>
            <a:r>
              <a:t>• "I detect, I respond, I protect"</a:t>
            </a:r>
          </a:p>
          <a:p/>
          <a:p>
            <a:r>
              <a:t>🔍 TAA AGENT (Threat Analysis)</a:t>
            </a:r>
          </a:p>
          <a:p>
            <a:r>
              <a:t>• Historical pattern analysis</a:t>
            </a:r>
          </a:p>
          <a:p>
            <a:r>
              <a:t>• Attack sequence prediction</a:t>
            </a:r>
          </a:p>
          <a:p>
            <a:r>
              <a:t>• Threat intelligence synthesis</a:t>
            </a:r>
          </a:p>
          <a:p>
            <a:r>
              <a:t>• "I analyze, I predict, I warn"</a:t>
            </a:r>
          </a:p>
          <a:p/>
          <a:p>
            <a:r>
              <a:t>📋 CRA AGENT (Compliance &amp; Response)</a:t>
            </a:r>
          </a:p>
          <a:p>
            <a:r>
              <a:t>• Regulatory compliance monitoring</a:t>
            </a:r>
          </a:p>
          <a:p>
            <a:r>
              <a:t>• Audit trail generation</a:t>
            </a:r>
          </a:p>
          <a:p>
            <a:r>
              <a:t>• Policy enforcement</a:t>
            </a:r>
          </a:p>
          <a:p>
            <a:r>
              <a:t>• "I ensure, I document, I comply"</a:t>
            </a:r>
          </a:p>
          <a:p/>
          <a:p>
            <a:r>
              <a:t>🔄 ORCHESTRATED INTELLIGENCE</a:t>
            </a:r>
          </a:p>
          <a:p>
            <a:r>
              <a:t>• Agents work in concert</a:t>
            </a:r>
          </a:p>
          <a:p>
            <a:r>
              <a:t>• Shared threat context</a:t>
            </a:r>
          </a:p>
          <a:p>
            <a:r>
              <a:t>• Coordinated responses</a:t>
            </a:r>
          </a:p>
          <a:p>
            <a:r>
              <a:t>• Continuous learning loop</a:t>
            </a:r>
          </a:p>
          <a:p/>
          <a:p>
            <a:r>
              <a:t>🎯 AUTONOMOUS DECISION MAKING</a:t>
            </a:r>
          </a:p>
          <a:p>
            <a:r>
              <a:t>• Millisecond response times</a:t>
            </a:r>
          </a:p>
          <a:p>
            <a:r>
              <a:t>• 99.2% accuracy rate</a:t>
            </a:r>
          </a:p>
          <a:p>
            <a:r>
              <a:t>• Human oversight maintained</a:t>
            </a:r>
          </a:p>
          <a:p>
            <a:r>
              <a:t>• Regulatory compliance assured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Cognitive Telemetry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🎯 OBJECTIVE: "Teaching the System to See"</a:t>
            </a:r>
          </a:p>
          <a:p>
            <a:r>
              <a:t>Transform from alert noise to threat clarity</a:t>
            </a:r>
          </a:p>
          <a:p/>
          <a:p>
            <a:r>
              <a:t>📊 DATA INGESTION</a:t>
            </a:r>
          </a:p>
          <a:p>
            <a:r>
              <a:t>• 50M+ daily security events</a:t>
            </a:r>
          </a:p>
          <a:p>
            <a:r>
              <a:t>• Firewall, endpoint, API logs</a:t>
            </a:r>
          </a:p>
          <a:p>
            <a:r>
              <a:t>• Chronicle SIEM integration</a:t>
            </a:r>
          </a:p>
          <a:p>
            <a:r>
              <a:t>• BigQuery data lake</a:t>
            </a:r>
          </a:p>
          <a:p/>
          <a:p>
            <a:r>
              <a:t>🧠 AI PROCESSING</a:t>
            </a:r>
          </a:p>
          <a:p>
            <a:r>
              <a:t>• LLM-powered correlation analysis</a:t>
            </a:r>
          </a:p>
          <a:p>
            <a:r>
              <a:t>• Pattern recognition algorithms</a:t>
            </a:r>
          </a:p>
          <a:p>
            <a:r>
              <a:t>• Historical data training (6 months)</a:t>
            </a:r>
          </a:p>
          <a:p>
            <a:r>
              <a:t>• Real-time threat staging detection</a:t>
            </a:r>
          </a:p>
          <a:p/>
          <a:p>
            <a:r>
              <a:t>📈 METRICS IMPROVEMENT</a:t>
            </a:r>
          </a:p>
          <a:p>
            <a:r>
              <a:t>• MTTR: 30 → 15 minutes (50% faster)</a:t>
            </a:r>
          </a:p>
          <a:p>
            <a:r>
              <a:t>• False Positives: 42% → 15% (65% reduction)</a:t>
            </a:r>
          </a:p>
          <a:p>
            <a:r>
              <a:t>• System Entropy: 1.0 → 0.8 (organized)</a:t>
            </a:r>
          </a:p>
          <a:p>
            <a:r>
              <a:t>• Compliance: 80% → 82% (baseline improvement)</a:t>
            </a:r>
          </a:p>
          <a:p/>
          <a:p>
            <a:r>
              <a:t>🎯 SUCCESS CRITERIA</a:t>
            </a:r>
          </a:p>
          <a:p>
            <a:r>
              <a:t>• 90% alert correlation accuracy</a:t>
            </a:r>
          </a:p>
          <a:p>
            <a:r>
              <a:t>• 15-minute average MTTR</a:t>
            </a:r>
          </a:p>
          <a:p>
            <a:r>
              <a:t>• 15% false positive rate</a:t>
            </a:r>
          </a:p>
          <a:p>
            <a:r>
              <a:t>• Unified telemetry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Phase 1: Metrics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MTTR</a:t>
            </a:r>
          </a:p>
          <a:p>
            <a:r>
              <a:t>Before: 30 min → After: 15 min</a:t>
            </a:r>
          </a:p>
          <a:p>
            <a:r>
              <a:t>50%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False Positives</a:t>
            </a:r>
          </a:p>
          <a:p>
            <a:r>
              <a:t>Before: 42% → After: 15%</a:t>
            </a:r>
          </a:p>
          <a:p>
            <a:r>
              <a:t>65% 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System Entropy</a:t>
            </a:r>
          </a:p>
          <a:p>
            <a:r>
              <a:t>Before: 1.0 → After: 0.8</a:t>
            </a:r>
          </a:p>
          <a:p>
            <a:r>
              <a:t>20%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36576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Compliance</a:t>
            </a:r>
          </a:p>
          <a:p>
            <a:r>
              <a:t>Before: 80% → After: 82%</a:t>
            </a:r>
          </a:p>
          <a:p>
            <a:r>
              <a:t>2% improvement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Predictive Twin Fabric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🎯 OBJECTIVE: "Teaching the System to Think Ahead"</a:t>
            </a:r>
          </a:p>
          <a:p>
            <a:r>
              <a:t>Move from reactive to predictive defense</a:t>
            </a:r>
          </a:p>
          <a:p/>
          <a:p>
            <a:r>
              <a:t>🏗️ DIGITAL TWIN CREATION</a:t>
            </a:r>
          </a:p>
          <a:p>
            <a:r>
              <a:t>• Exact production network replica</a:t>
            </a:r>
          </a:p>
          <a:p>
            <a:r>
              <a:t>• Isolated sandbox environment</a:t>
            </a:r>
          </a:p>
          <a:p>
            <a:r>
              <a:t>• Real-time configuration sync</a:t>
            </a:r>
          </a:p>
          <a:p>
            <a:r>
              <a:t>• Safe attack simulation platform</a:t>
            </a:r>
          </a:p>
          <a:p/>
          <a:p>
            <a:r>
              <a:t>🎮 ATTACK SIMULATION</a:t>
            </a:r>
          </a:p>
          <a:p>
            <a:r>
              <a:t>• 10,000+ MITRE ATT&amp;CK scenarios</a:t>
            </a:r>
          </a:p>
          <a:p>
            <a:r>
              <a:t>• Automated attack sequencing</a:t>
            </a:r>
          </a:p>
          <a:p>
            <a:r>
              <a:t>• Response testing &amp; validation</a:t>
            </a:r>
          </a:p>
          <a:p>
            <a:r>
              <a:t>• Cost-benefit analysis</a:t>
            </a:r>
          </a:p>
          <a:p/>
          <a:p>
            <a:r>
              <a:t>🤖 LLM-POWERED PREDICTION</a:t>
            </a:r>
          </a:p>
          <a:p>
            <a:r>
              <a:t>• Attack sequence modeling</a:t>
            </a:r>
          </a:p>
          <a:p>
            <a:r>
              <a:t>• Next-move probability analysis</a:t>
            </a:r>
          </a:p>
          <a:p>
            <a:r>
              <a:t>• Response optimization</a:t>
            </a:r>
          </a:p>
          <a:p>
            <a:r>
              <a:t>• Decision tree learning</a:t>
            </a:r>
          </a:p>
          <a:p/>
          <a:p>
            <a:r>
              <a:t>📈 METRICS IMPROVEMENT</a:t>
            </a:r>
          </a:p>
          <a:p>
            <a:r>
              <a:t>• MTTR: 15 → 12 minutes (20% faster)</a:t>
            </a:r>
          </a:p>
          <a:p>
            <a:r>
              <a:t>• False Positives: 15% → 12% (refinement)</a:t>
            </a:r>
          </a:p>
          <a:p>
            <a:r>
              <a:t>• System Entropy: 0.8 → 0.7 (predictable)</a:t>
            </a:r>
          </a:p>
          <a:p>
            <a:r>
              <a:t>• Compliance: 82% → 85% (enhanced)</a:t>
            </a:r>
          </a:p>
          <a:p/>
          <a:p>
            <a:r>
              <a:t>🎯 SUCCESS CRITERIA</a:t>
            </a:r>
          </a:p>
          <a:p>
            <a:r>
              <a:t>• 60% faster response than Phase 1</a:t>
            </a:r>
          </a:p>
          <a:p>
            <a:r>
              <a:t>• Predictive accuracy &gt; 89%</a:t>
            </a:r>
          </a:p>
          <a:p>
            <a:r>
              <a:t>• Digital twin operational</a:t>
            </a:r>
          </a:p>
          <a:p>
            <a:r>
              <a:t>• Response optimization complete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Digital Twin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Production Network</a:t>
            </a:r>
          </a:p>
          <a:p>
            <a:r>
              <a:t>Real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8288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Digital Twin</a:t>
            </a:r>
          </a:p>
          <a:p>
            <a:r>
              <a:t>Exact Replica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Attack Simulator</a:t>
            </a:r>
          </a:p>
          <a:p>
            <a:r>
              <a:t>10,000+ Scenarios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36576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Response Engine</a:t>
            </a:r>
          </a:p>
          <a:p>
            <a:r>
              <a:t>Optimization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54864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Learning Loop</a:t>
            </a:r>
          </a:p>
          <a:p>
            <a:r>
              <a:t>Continuous Improvement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Chronometric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🎯 OBJECTIVE: "Teaching the System to Plan"</a:t>
            </a:r>
          </a:p>
          <a:p>
            <a:r>
              <a:t>Achieve autonomous decision making</a:t>
            </a:r>
          </a:p>
          <a:p/>
          <a:p>
            <a:r>
              <a:t>⚡ REINFORCEMENT LEARNING</a:t>
            </a:r>
          </a:p>
          <a:p>
            <a:r>
              <a:t>• 1 million simulated scenarios</a:t>
            </a:r>
          </a:p>
          <a:p>
            <a:r>
              <a:t>• Trial-and-error learning</a:t>
            </a:r>
          </a:p>
          <a:p>
            <a:r>
              <a:t>• Reward/penalty optimization</a:t>
            </a:r>
          </a:p>
          <a:p>
            <a:r>
              <a:t>• 99.2% decision accuracy</a:t>
            </a:r>
          </a:p>
          <a:p/>
          <a:p>
            <a:r>
              <a:t>🤖 AUTONOMOUS RESPONSE</a:t>
            </a:r>
          </a:p>
          <a:p>
            <a:r>
              <a:t>• Millisecond decision times</a:t>
            </a:r>
          </a:p>
          <a:p>
            <a:r>
              <a:t>• No human approval delays</a:t>
            </a:r>
          </a:p>
          <a:p>
            <a:r>
              <a:t>• Pre-trained response sequences</a:t>
            </a:r>
          </a:p>
          <a:p>
            <a:r>
              <a:t>• Continuous learning integration</a:t>
            </a:r>
          </a:p>
          <a:p/>
          <a:p>
            <a:r>
              <a:t>📊 REAL-TIME TIMELINE</a:t>
            </a:r>
          </a:p>
          <a:p>
            <a:r>
              <a:t>T+0.5sec: Threat detected (94% confidence)</a:t>
            </a:r>
          </a:p>
          <a:p>
            <a:r>
              <a:t>T+1.2sec: Next move predicted</a:t>
            </a:r>
          </a:p>
          <a:p>
            <a:r>
              <a:t>T+2.1sec: RL model queried</a:t>
            </a:r>
          </a:p>
          <a:p>
            <a:r>
              <a:t>T+3.0sec: Isolation executed</a:t>
            </a:r>
          </a:p>
          <a:p>
            <a:r>
              <a:t>T+4.2sec: Forensics initiated</a:t>
            </a:r>
          </a:p>
          <a:p>
            <a:r>
              <a:t>T+8.0sec: Incident contained</a:t>
            </a:r>
          </a:p>
          <a:p/>
          <a:p>
            <a:r>
              <a:t>📈 METRICS IMPROVEMENT</a:t>
            </a:r>
          </a:p>
          <a:p>
            <a:r>
              <a:t>• MTTR: 12 → 8 minutes (goal achieved)</a:t>
            </a:r>
          </a:p>
          <a:p>
            <a:r>
              <a:t>• False Positives: 12% → 10% (refined)</a:t>
            </a:r>
          </a:p>
          <a:p>
            <a:r>
              <a:t>• System Entropy: 0.7 → 0.6 (optimized)</a:t>
            </a:r>
          </a:p>
          <a:p>
            <a:r>
              <a:t>• Compliance: 85% → 90% (enhanced)</a:t>
            </a:r>
          </a:p>
          <a:p/>
          <a:p>
            <a:r>
              <a:t>🎯 SUCCESS CRITERIA</a:t>
            </a:r>
          </a:p>
          <a:p>
            <a:r>
              <a:t>• Sub-10-minute MTTR achieved</a:t>
            </a:r>
          </a:p>
          <a:p>
            <a:r>
              <a:t>• 99%+ correct autonomous decisions</a:t>
            </a:r>
          </a:p>
          <a:p>
            <a:r>
              <a:t>• Human oversight maintained</a:t>
            </a:r>
          </a:p>
          <a:p>
            <a:r>
              <a:t>• Regulatory compliance assured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Autonomous Response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</a:defRPr>
            </a:pPr>
            <a:r>
              <a:t>T+0.000s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Firewall detects suspicious traffic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</a:defRPr>
            </a:pPr>
            <a:r>
              <a:t>T+0.234s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1945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Chronicle SIEM correlates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</a:defRPr>
            </a:pPr>
            <a:r>
              <a:t>T+0.567s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5603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ADA model triggers (94% confidence)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</a:defRPr>
            </a:pPr>
            <a:r>
              <a:t>T+0.789s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9260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TAA predicts lateral movement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</a:defRPr>
            </a:pPr>
            <a:r>
              <a:t>T+1.234s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2918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RL agent queries optimal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</a:defRPr>
            </a:pPr>
            <a:r>
              <a:t>T+1.456s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657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RL selects isolation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23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</a:defRPr>
            </a:pPr>
            <a:r>
              <a:t>T+1.678s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023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ADA executes network isolation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891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</a:defRPr>
            </a:pPr>
            <a:r>
              <a:t>T+2.123s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389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Forensics team notified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548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</a:defRPr>
            </a:pPr>
            <a:r>
              <a:t>T+8.000s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7548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Incident contained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4: Federated Trust Mesh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🎯 OBJECTIVE: "Teaching the System to Collaborate"</a:t>
            </a:r>
          </a:p>
          <a:p>
            <a:r>
              <a:t>Create collective defense ecosystem</a:t>
            </a:r>
          </a:p>
          <a:p/>
          <a:p>
            <a:r>
              <a:t>🌐 FEDERATED LEARNING</a:t>
            </a:r>
          </a:p>
          <a:p>
            <a:r>
              <a:t>• 5 trusted partner SOCs</a:t>
            </a:r>
          </a:p>
          <a:p>
            <a:r>
              <a:t>• Privacy-preserving model sharing</a:t>
            </a:r>
          </a:p>
          <a:p>
            <a:r>
              <a:t>• Collective threat intelligence</a:t>
            </a:r>
          </a:p>
          <a:p>
            <a:r>
              <a:t>• Zero-trust architecture</a:t>
            </a:r>
          </a:p>
          <a:p/>
          <a:p>
            <a:r>
              <a:t>🔒 PRIVACY-PRESERVING SHARING</a:t>
            </a:r>
          </a:p>
          <a:p>
            <a:r>
              <a:t>• No raw data exchange</a:t>
            </a:r>
          </a:p>
          <a:p>
            <a:r>
              <a:t>• Aggregated insights only</a:t>
            </a:r>
          </a:p>
          <a:p>
            <a:r>
              <a:t>• Encrypted model updates</a:t>
            </a:r>
          </a:p>
          <a:p>
            <a:r>
              <a:t>• GDPR/PDP compliant</a:t>
            </a:r>
          </a:p>
          <a:p/>
          <a:p>
            <a:r>
              <a:t>📊 COLLECTIVE BENEFITS</a:t>
            </a:r>
          </a:p>
          <a:p>
            <a:r>
              <a:t>• 95% threat visibility across ecosystem</a:t>
            </a:r>
          </a:p>
          <a:p>
            <a:r>
              <a:t>• 3-day earlier threat detection</a:t>
            </a:r>
          </a:p>
          <a:p>
            <a:r>
              <a:t>• 847 incidents prevented (Q4)</a:t>
            </a:r>
          </a:p>
          <a:p>
            <a:r>
              <a:t>• 10x defense multiplier</a:t>
            </a:r>
          </a:p>
          <a:p/>
          <a:p>
            <a:r>
              <a:t>📈 METRICS IMPROVEMENT</a:t>
            </a:r>
          </a:p>
          <a:p>
            <a:r>
              <a:t>• MTTR: 8 minutes (maintained)</a:t>
            </a:r>
          </a:p>
          <a:p>
            <a:r>
              <a:t>• False Positives: 10% → 9% (near-optimal)</a:t>
            </a:r>
          </a:p>
          <a:p>
            <a:r>
              <a:t>• System Entropy: 0.6 (optimal)</a:t>
            </a:r>
          </a:p>
          <a:p>
            <a:r>
              <a:t>• Compliance: 90% → 95% (regulatory ready)</a:t>
            </a:r>
          </a:p>
          <a:p/>
          <a:p>
            <a:r>
              <a:t>🎯 SUCCESS CRITERIA</a:t>
            </a:r>
          </a:p>
          <a:p>
            <a:r>
              <a:t>• 95%+ regulatory compliance</a:t>
            </a:r>
          </a:p>
          <a:p>
            <a:r>
              <a:t>• 5 partner SOCs connected</a:t>
            </a:r>
          </a:p>
          <a:p>
            <a:r>
              <a:t>• Collective defense active</a:t>
            </a:r>
          </a:p>
          <a:p>
            <a:r>
              <a:t>• Privacy-preserving sharing operational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Federated Trust Mesh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Threat Prevention</a:t>
            </a:r>
          </a:p>
          <a:p>
            <a:r>
              <a:t>847 incidents prevented</a:t>
            </a:r>
          </a:p>
          <a:p>
            <a:r>
              <a:t>Q4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Early Detection</a:t>
            </a:r>
          </a:p>
          <a:p>
            <a:r>
              <a:t>3 days earlier</a:t>
            </a:r>
          </a:p>
          <a:p>
            <a:r>
              <a:t>Average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Collective Intelligence</a:t>
            </a:r>
          </a:p>
          <a:p>
            <a:r>
              <a:t>10x defense multiplier</a:t>
            </a:r>
          </a:p>
          <a:p>
            <a:r>
              <a:t>Network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32004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Privacy Compliance</a:t>
            </a:r>
          </a:p>
          <a:p>
            <a:r>
              <a:t>95%+ regulatory ready</a:t>
            </a:r>
          </a:p>
          <a:p>
            <a:r>
              <a:t>GDPR/PDP compliant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Cost Efficiency</a:t>
            </a:r>
          </a:p>
          <a:p>
            <a:r>
              <a:t>Shared intelligence costs</a:t>
            </a:r>
          </a:p>
          <a:p>
            <a:r>
              <a:t>Economies of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5720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Risk Reduction</a:t>
            </a:r>
          </a:p>
          <a:p>
            <a:r>
              <a:t>Distributed threat landscape</a:t>
            </a:r>
          </a:p>
          <a:p>
            <a:r>
              <a:t>Resilience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Complete Transformation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MTTR</a:t>
            </a:r>
          </a:p>
          <a:p>
            <a:r>
              <a:t>73% improvement</a:t>
            </a:r>
          </a:p>
          <a:p/>
          <a:p>
            <a:r>
              <a:t>Phase 1: 30 min</a:t>
            </a:r>
          </a:p>
          <a:p>
            <a:r>
              <a:t>Phase 2: 15 min</a:t>
            </a:r>
          </a:p>
          <a:p>
            <a:r>
              <a:t>Phase 3: 12 min</a:t>
            </a:r>
          </a:p>
          <a:p>
            <a:r>
              <a:t>Phase 4: 8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False Positives</a:t>
            </a:r>
          </a:p>
          <a:p>
            <a:r>
              <a:t>78% reduction</a:t>
            </a:r>
          </a:p>
          <a:p/>
          <a:p>
            <a:r>
              <a:t>Phase 1: 42%</a:t>
            </a:r>
          </a:p>
          <a:p>
            <a:r>
              <a:t>Phase 2: 15%</a:t>
            </a:r>
          </a:p>
          <a:p>
            <a:r>
              <a:t>Phase 3: 12%</a:t>
            </a:r>
          </a:p>
          <a:p>
            <a:r>
              <a:t>Phase 4: 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System Entropy</a:t>
            </a:r>
          </a:p>
          <a:p>
            <a:r>
              <a:t>40% optimization</a:t>
            </a:r>
          </a:p>
          <a:p/>
          <a:p>
            <a:r>
              <a:t>Phase 1: 1.0</a:t>
            </a:r>
          </a:p>
          <a:p>
            <a:r>
              <a:t>Phase 2: 0.8</a:t>
            </a:r>
          </a:p>
          <a:p>
            <a:r>
              <a:t>Phase 3: 0.7</a:t>
            </a:r>
          </a:p>
          <a:p>
            <a:r>
              <a:t>Phase 4: 0.6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Compliance</a:t>
            </a:r>
          </a:p>
          <a:p>
            <a:r>
              <a:t>15% improvement</a:t>
            </a:r>
          </a:p>
          <a:p/>
          <a:p>
            <a:r>
              <a:t>Phase 1: 80%</a:t>
            </a:r>
          </a:p>
          <a:p>
            <a:r>
              <a:t>Phase 2: 82%</a:t>
            </a:r>
          </a:p>
          <a:p>
            <a:r>
              <a:t>Phase 3: 85%</a:t>
            </a:r>
          </a:p>
          <a:p>
            <a:r>
              <a:t>Phase 4: 95%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Analysis &amp; Business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💰 FINANCIAL IMPACT (Year 1)</a:t>
            </a:r>
          </a:p>
          <a:p/>
          <a:p>
            <a:r>
              <a:t>📊 CURRENT STATE COSTS</a:t>
            </a:r>
          </a:p>
          <a:p>
            <a:r>
              <a:t>• 12 analysts × $200k = $2.4M annual</a:t>
            </a:r>
          </a:p>
          <a:p>
            <a:r>
              <a:t>• Alert fatigue productivity loss = $1M</a:t>
            </a:r>
          </a:p>
          <a:p>
            <a:r>
              <a:t>• Incident response costs = $500k</a:t>
            </a:r>
          </a:p>
          <a:p>
            <a:r>
              <a:t>• Total current cost = $3.9M</a:t>
            </a:r>
          </a:p>
          <a:p/>
          <a:p>
            <a:r>
              <a:t>🚀 TRANSFORMATION BENEFITS</a:t>
            </a:r>
          </a:p>
          <a:p>
            <a:r>
              <a:t>• Q1: 40% productivity gain = $1M value</a:t>
            </a:r>
          </a:p>
          <a:p>
            <a:r>
              <a:t>• Q2: 25-analyst equivalent output = $3M value  </a:t>
            </a:r>
          </a:p>
          <a:p>
            <a:r>
              <a:t>• Q3: 6 analyst redeployment = $1.2M savings</a:t>
            </a:r>
          </a:p>
          <a:p>
            <a:r>
              <a:t>• Q4: 847 incidents prevented = $500k+ value</a:t>
            </a:r>
          </a:p>
          <a:p>
            <a:r>
              <a:t>• Total value creation = $5.7M</a:t>
            </a:r>
          </a:p>
          <a:p/>
          <a:p>
            <a:r>
              <a:t>📈 ROI CALCULATION</a:t>
            </a:r>
          </a:p>
          <a:p>
            <a:r>
              <a:t>• Technology investment = $1.5M</a:t>
            </a:r>
          </a:p>
          <a:p>
            <a:r>
              <a:t>• Value creation = $5.7M</a:t>
            </a:r>
          </a:p>
          <a:p>
            <a:r>
              <a:t>• Net benefit = $4.2M</a:t>
            </a:r>
          </a:p>
          <a:p>
            <a:r>
              <a:t>• ROI = 380% in Year 1</a:t>
            </a:r>
          </a:p>
          <a:p/>
          <a:p>
            <a:r>
              <a:t>🎯 PAYBACK PERIOD</a:t>
            </a:r>
          </a:p>
          <a:p>
            <a:r>
              <a:t>• Break-even: 3.2 months</a:t>
            </a:r>
          </a:p>
          <a:p>
            <a:r>
              <a:t>• 3-year NPV: $12.8M</a:t>
            </a:r>
          </a:p>
          <a:p>
            <a:r>
              <a:t>• Risk-adjusted ROI: 285%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📅 12-MONTH ROADMAP</a:t>
            </a:r>
          </a:p>
          <a:p/>
          <a:p>
            <a:r>
              <a:t>Q1: COGNITIVE TELEMETRY (Months 1-3)</a:t>
            </a:r>
          </a:p>
          <a:p>
            <a:r>
              <a:t>• Week 1-2: Chronicle SIEM integration</a:t>
            </a:r>
          </a:p>
          <a:p>
            <a:r>
              <a:t>• Week 3-4: BigQuery data lake setup</a:t>
            </a:r>
          </a:p>
          <a:p>
            <a:r>
              <a:t>• Week 5-8: ML model training</a:t>
            </a:r>
          </a:p>
          <a:p>
            <a:r>
              <a:t>• Week 9-12: Alert correlation deployment</a:t>
            </a:r>
          </a:p>
          <a:p>
            <a:r>
              <a:t>• Milestone: 90% correlation accuracy</a:t>
            </a:r>
          </a:p>
          <a:p/>
          <a:p>
            <a:r>
              <a:t>Q2: PREDICTIVE TWIN FABRIC (Months 4-6)</a:t>
            </a:r>
          </a:p>
          <a:p>
            <a:r>
              <a:t>• Month 4: Digital twin creation</a:t>
            </a:r>
          </a:p>
          <a:p>
            <a:r>
              <a:t>• Month 5: Attack simulation platform</a:t>
            </a:r>
          </a:p>
          <a:p>
            <a:r>
              <a:t>• Month 6: LLM prediction models</a:t>
            </a:r>
          </a:p>
          <a:p>
            <a:r>
              <a:t>• Milestone: 60% faster response</a:t>
            </a:r>
          </a:p>
          <a:p/>
          <a:p>
            <a:r>
              <a:t>Q3: CHRONOMETRIC SIMULATION (Months 7-9)</a:t>
            </a:r>
          </a:p>
          <a:p>
            <a:r>
              <a:t>• Month 7: RL agent training (1M scenarios)</a:t>
            </a:r>
          </a:p>
          <a:p>
            <a:r>
              <a:t>• Month 8: Autonomous decision pilot</a:t>
            </a:r>
          </a:p>
          <a:p>
            <a:r>
              <a:t>• Month 9: Full deployment</a:t>
            </a:r>
          </a:p>
          <a:p>
            <a:r>
              <a:t>• Milestone: Sub-10-minute MTTR</a:t>
            </a:r>
          </a:p>
          <a:p/>
          <a:p>
            <a:r>
              <a:t>Q4: FEDERATED TRUST MESH (Months 10-12)</a:t>
            </a:r>
          </a:p>
          <a:p>
            <a:r>
              <a:t>• Month 10: Partner SOC onboarding</a:t>
            </a:r>
          </a:p>
          <a:p>
            <a:r>
              <a:t>• Month 11: Federated learning setup</a:t>
            </a:r>
          </a:p>
          <a:p>
            <a:r>
              <a:t>• Month 12: Collective defense active</a:t>
            </a:r>
          </a:p>
          <a:p>
            <a:r>
              <a:t>• Milestone: 95%+ compliance</a:t>
            </a:r>
          </a:p>
          <a:p/>
          <a:p>
            <a:r>
              <a:t>🎯 SUCCESS METRICS</a:t>
            </a:r>
          </a:p>
          <a:p>
            <a:r>
              <a:t>• Every quarter delivers measurable value</a:t>
            </a:r>
          </a:p>
          <a:p>
            <a:r>
              <a:t>• Continuous improvement approach</a:t>
            </a:r>
          </a:p>
          <a:p>
            <a:r>
              <a:t>• Risk mitigation at each phase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 &amp;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🏗️ CORE PLATFORM</a:t>
            </a:r>
          </a:p>
          <a:p>
            <a:r>
              <a:t>• Google Cloud Platform (GCP)</a:t>
            </a:r>
          </a:p>
          <a:p>
            <a:r>
              <a:t>• Chronicle SIEM (existing)</a:t>
            </a:r>
          </a:p>
          <a:p>
            <a:r>
              <a:t>• BigQuery (data warehouse)</a:t>
            </a:r>
          </a:p>
          <a:p>
            <a:r>
              <a:t>• Vertex AI (ML/LLM services)</a:t>
            </a:r>
          </a:p>
          <a:p/>
          <a:p>
            <a:r>
              <a:t>🤖 AI/ML COMPONENTS</a:t>
            </a:r>
          </a:p>
          <a:p>
            <a:r>
              <a:t>• Large Language Models (LLMs)</a:t>
            </a:r>
          </a:p>
          <a:p>
            <a:r>
              <a:t>• Reinforcement Learning agents</a:t>
            </a:r>
          </a:p>
          <a:p>
            <a:r>
              <a:t>• Federated learning framework</a:t>
            </a:r>
          </a:p>
          <a:p>
            <a:r>
              <a:t>• Real-time inference engines</a:t>
            </a:r>
          </a:p>
          <a:p/>
          <a:p>
            <a:r>
              <a:t>🔗 INTEGRATION LAYERS</a:t>
            </a:r>
          </a:p>
          <a:p>
            <a:r>
              <a:t>• API-first architecture</a:t>
            </a:r>
          </a:p>
          <a:p>
            <a:r>
              <a:t>• Microservices design</a:t>
            </a:r>
          </a:p>
          <a:p>
            <a:r>
              <a:t>• Event-driven processing</a:t>
            </a:r>
          </a:p>
          <a:p>
            <a:r>
              <a:t>• Zero-trust networking</a:t>
            </a:r>
          </a:p>
          <a:p/>
          <a:p>
            <a:r>
              <a:t>📊 DATA FLOW</a:t>
            </a:r>
          </a:p>
          <a:p>
            <a:r>
              <a:t>Existing Infrastructure → Chronicle SIEM → BigQuery → Vertex AI → Response Orchestration</a:t>
            </a:r>
          </a:p>
          <a:p/>
          <a:p>
            <a:r>
              <a:t>🛡️ SECURITY &amp; COMPLIANCE</a:t>
            </a:r>
          </a:p>
          <a:p>
            <a:r>
              <a:t>• End-to-end encryption</a:t>
            </a:r>
          </a:p>
          <a:p>
            <a:r>
              <a:t>• Zero-trust architecture</a:t>
            </a:r>
          </a:p>
          <a:p>
            <a:r>
              <a:t>• GDPR/PDP compliance</a:t>
            </a:r>
          </a:p>
          <a:p>
            <a:r>
              <a:t>• Audit trail automation</a:t>
            </a:r>
          </a:p>
          <a:p/>
          <a:p>
            <a:r>
              <a:t>☁️ DEPLOYMENT MODEL</a:t>
            </a:r>
          </a:p>
          <a:p>
            <a:r>
              <a:t>• Cloud-native design</a:t>
            </a:r>
          </a:p>
          <a:p>
            <a:r>
              <a:t>• Serverless scaling</a:t>
            </a:r>
          </a:p>
          <a:p>
            <a:r>
              <a:t>• Multi-region resilience</a:t>
            </a:r>
          </a:p>
          <a:p>
            <a:r>
              <a:t>• 99.9% uptime SLA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Mitigation &amp; Assurance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🛡️ TECHNICAL RISKS</a:t>
            </a:r>
          </a:p>
          <a:p/>
          <a:p>
            <a:r>
              <a:t>AI Decision Accuracy</a:t>
            </a:r>
          </a:p>
          <a:p>
            <a:r>
              <a:t>• 99.2% accuracy rate (vs 85% human)</a:t>
            </a:r>
          </a:p>
          <a:p>
            <a:r>
              <a:t>• Continuous learning validation</a:t>
            </a:r>
          </a:p>
          <a:p>
            <a:r>
              <a:t>• Human oversight maintained</a:t>
            </a:r>
          </a:p>
          <a:p>
            <a:r>
              <a:t>• Rollback capabilities</a:t>
            </a:r>
          </a:p>
          <a:p/>
          <a:p>
            <a:r>
              <a:t>False Positive Management</a:t>
            </a:r>
          </a:p>
          <a:p>
            <a:r>
              <a:t>• Multi-layer validation</a:t>
            </a:r>
          </a:p>
          <a:p>
            <a:r>
              <a:t>• Confidence scoring</a:t>
            </a:r>
          </a:p>
          <a:p>
            <a:r>
              <a:t>• Human escalation paths</a:t>
            </a:r>
          </a:p>
          <a:p>
            <a:r>
              <a:t>• Learning from corrections</a:t>
            </a:r>
          </a:p>
          <a:p/>
          <a:p>
            <a:r>
              <a:t>🔒 SECURITY RISKS</a:t>
            </a:r>
          </a:p>
          <a:p/>
          <a:p>
            <a:r>
              <a:t>Data Privacy</a:t>
            </a:r>
          </a:p>
          <a:p>
            <a:r>
              <a:t>• Privacy-preserving AI techniques</a:t>
            </a:r>
          </a:p>
          <a:p>
            <a:r>
              <a:t>• Encrypted model sharing</a:t>
            </a:r>
          </a:p>
          <a:p>
            <a:r>
              <a:t>• Zero-trust architecture</a:t>
            </a:r>
          </a:p>
          <a:p>
            <a:r>
              <a:t>• GDPR/PDP compliance</a:t>
            </a:r>
          </a:p>
          <a:p/>
          <a:p>
            <a:r>
              <a:t>System Integrity</a:t>
            </a:r>
          </a:p>
          <a:p>
            <a:r>
              <a:t>• Immutable audit logs</a:t>
            </a:r>
          </a:p>
          <a:p>
            <a:r>
              <a:t>• Tamper-proof evidence</a:t>
            </a:r>
          </a:p>
          <a:p>
            <a:r>
              <a:t>• Multi-factor authentication</a:t>
            </a:r>
          </a:p>
          <a:p>
            <a:r>
              <a:t>• Regular security audits</a:t>
            </a:r>
          </a:p>
          <a:p/>
          <a:p>
            <a:r>
              <a:t>📋 OPERATIONAL RISKS</a:t>
            </a:r>
          </a:p>
          <a:p/>
          <a:p>
            <a:r>
              <a:t>Change Management</a:t>
            </a:r>
          </a:p>
          <a:p>
            <a:r>
              <a:t>• Phased rollout approach</a:t>
            </a:r>
          </a:p>
          <a:p>
            <a:r>
              <a:t>• Staff training programs</a:t>
            </a:r>
          </a:p>
          <a:p>
            <a:r>
              <a:t>• Gradual automation increase</a:t>
            </a:r>
          </a:p>
          <a:p>
            <a:r>
              <a:t>• Continuous monitoring</a:t>
            </a:r>
          </a:p>
          <a:p/>
          <a:p>
            <a:r>
              <a:t>Vendor Lock-in</a:t>
            </a:r>
          </a:p>
          <a:p>
            <a:r>
              <a:t>• Open-source components</a:t>
            </a:r>
          </a:p>
          <a:p>
            <a:r>
              <a:t>• API-first architecture</a:t>
            </a:r>
          </a:p>
          <a:p>
            <a:r>
              <a:t>• Multi-cloud compatibility</a:t>
            </a:r>
          </a:p>
          <a:p>
            <a:r>
              <a:t>• Exit strategy planning</a:t>
            </a:r>
          </a:p>
          <a:p/>
          <a:p>
            <a:r>
              <a:t>🎯 MITIGATION SUCCESS</a:t>
            </a:r>
          </a:p>
          <a:p>
            <a:r>
              <a:t>• 99.9% system reliability</a:t>
            </a:r>
          </a:p>
          <a:p>
            <a:r>
              <a:t>• Zero compliance violations</a:t>
            </a:r>
          </a:p>
          <a:p>
            <a:r>
              <a:t>• 100% audit trail coverage</a:t>
            </a:r>
          </a:p>
          <a:p>
            <a:r>
              <a:t>• Continuous improvement loop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Metrics &amp;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📊 PRIMARY METRICS</a:t>
            </a:r>
          </a:p>
          <a:p/>
          <a:p>
            <a:r>
              <a:t>Response Time</a:t>
            </a:r>
          </a:p>
          <a:p>
            <a:r>
              <a:t>• MTTR: 30 min → 8 min (73% improvement)</a:t>
            </a:r>
          </a:p>
          <a:p>
            <a:r>
              <a:t>• Detection time: 5 min → 30 sec (90% faster)</a:t>
            </a:r>
          </a:p>
          <a:p>
            <a:r>
              <a:t>• Resolution time: 25 min → 7.5 min (70% faster)</a:t>
            </a:r>
          </a:p>
          <a:p/>
          <a:p>
            <a:r>
              <a:t>Accuracy &amp; Efficiency</a:t>
            </a:r>
          </a:p>
          <a:p>
            <a:r>
              <a:t>• False positives: 42% → 9% (78% reduction)</a:t>
            </a:r>
          </a:p>
          <a:p>
            <a:r>
              <a:t>• Alert correlation: 0% → 90% (new capability)</a:t>
            </a:r>
          </a:p>
          <a:p>
            <a:r>
              <a:t>• System entropy: 1.0 → 0.6 (40% optimization)</a:t>
            </a:r>
          </a:p>
          <a:p/>
          <a:p>
            <a:r>
              <a:t>Compliance &amp; Governance</a:t>
            </a:r>
          </a:p>
          <a:p>
            <a:r>
              <a:t>• PDP compliance: 80% → 95% (15% improvement)</a:t>
            </a:r>
          </a:p>
          <a:p>
            <a:r>
              <a:t>• Audit automation: 0% → 100% (new capability)</a:t>
            </a:r>
          </a:p>
          <a:p>
            <a:r>
              <a:t>• Regulatory readiness: 60% → 95% (35% improvement)</a:t>
            </a:r>
          </a:p>
          <a:p/>
          <a:p>
            <a:r>
              <a:t>💰 BUSINESS IMPACT</a:t>
            </a:r>
          </a:p>
          <a:p/>
          <a:p>
            <a:r>
              <a:t>Cost Savings</a:t>
            </a:r>
          </a:p>
          <a:p>
            <a:r>
              <a:t>• Analyst productivity: +40% (Q1)</a:t>
            </a:r>
          </a:p>
          <a:p>
            <a:r>
              <a:t>• Incident prevention: 847 incidents (Q4)</a:t>
            </a:r>
          </a:p>
          <a:p>
            <a:r>
              <a:t>• Operational efficiency: $1.2M savings (Q3)</a:t>
            </a:r>
          </a:p>
          <a:p>
            <a:r>
              <a:t>• Total value: $5.7M (Year 1)</a:t>
            </a:r>
          </a:p>
          <a:p/>
          <a:p>
            <a:r>
              <a:t>Strategic Value</a:t>
            </a:r>
          </a:p>
          <a:p>
            <a:r>
              <a:t>• Threat hunting focus: 80% time reallocated</a:t>
            </a:r>
          </a:p>
          <a:p>
            <a:r>
              <a:t>• Proactive defense: 95% threat visibility</a:t>
            </a:r>
          </a:p>
          <a:p>
            <a:r>
              <a:t>• Partner ecosystem: 5 SOCs connected</a:t>
            </a:r>
          </a:p>
          <a:p>
            <a:r>
              <a:t>• Future-ready: AI-native SOC</a:t>
            </a:r>
          </a:p>
          <a:p/>
          <a:p>
            <a:r>
              <a:t>🎯 SUCCESS CRITERIA</a:t>
            </a:r>
          </a:p>
          <a:p>
            <a:r>
              <a:t>• All metrics achieved or exceeded</a:t>
            </a:r>
          </a:p>
          <a:p>
            <a:r>
              <a:t>• Zero compliance violations</a:t>
            </a:r>
          </a:p>
          <a:p>
            <a:r>
              <a:t>• 99.9% system uptime</a:t>
            </a:r>
          </a:p>
          <a:p>
            <a:r>
              <a:t>• 380% ROI delivered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🚀 IMMEDIATE ACTIONS (Next 30 Days)</a:t>
            </a:r>
          </a:p>
          <a:p/>
          <a:p>
            <a:r>
              <a:t>1. Stakeholder Alignment</a:t>
            </a:r>
          </a:p>
          <a:p>
            <a:r>
              <a:t>• CISO approval for Phase 1 pilot</a:t>
            </a:r>
          </a:p>
          <a:p>
            <a:r>
              <a:t>• CTO technical architecture review</a:t>
            </a:r>
          </a:p>
          <a:p>
            <a:r>
              <a:t>• CFO budget approval ($1.5M investment)</a:t>
            </a:r>
          </a:p>
          <a:p>
            <a:r>
              <a:t>• Board presentation scheduled</a:t>
            </a:r>
          </a:p>
          <a:p/>
          <a:p>
            <a:r>
              <a:t>2. Technical Preparation</a:t>
            </a:r>
          </a:p>
          <a:p>
            <a:r>
              <a:t>• Chronicle SIEM readiness assessment</a:t>
            </a:r>
          </a:p>
          <a:p>
            <a:r>
              <a:t>• BigQuery environment setup</a:t>
            </a:r>
          </a:p>
          <a:p>
            <a:r>
              <a:t>• Vertex AI service provisioning</a:t>
            </a:r>
          </a:p>
          <a:p>
            <a:r>
              <a:t>• Security team training initiation</a:t>
            </a:r>
          </a:p>
          <a:p/>
          <a:p>
            <a:r>
              <a:t>3. Pilot Planning</a:t>
            </a:r>
          </a:p>
          <a:p>
            <a:r>
              <a:t>• Select 1 attack scenario for Phase 1</a:t>
            </a:r>
          </a:p>
          <a:p>
            <a:r>
              <a:t>• Define success criteria and metrics</a:t>
            </a:r>
          </a:p>
          <a:p>
            <a:r>
              <a:t>• Establish baseline measurements</a:t>
            </a:r>
          </a:p>
          <a:p>
            <a:r>
              <a:t>• Create project timeline</a:t>
            </a:r>
          </a:p>
          <a:p/>
          <a:p>
            <a:r>
              <a:t>📋 IMPLEMENTATION READINESS</a:t>
            </a:r>
          </a:p>
          <a:p/>
          <a:p>
            <a:r>
              <a:t>Team Structure</a:t>
            </a:r>
          </a:p>
          <a:p>
            <a:r>
              <a:t>• Project manager assigned</a:t>
            </a:r>
          </a:p>
          <a:p>
            <a:r>
              <a:t>• Technical lead identified</a:t>
            </a:r>
          </a:p>
          <a:p>
            <a:r>
              <a:t>• Security architect onboarded</a:t>
            </a:r>
          </a:p>
          <a:p>
            <a:r>
              <a:t>• Change management specialist</a:t>
            </a:r>
          </a:p>
          <a:p/>
          <a:p>
            <a:r>
              <a:t>Technology Prerequisites</a:t>
            </a:r>
          </a:p>
          <a:p>
            <a:r>
              <a:t>• Chronicle SIEM: ✅ Deployed</a:t>
            </a:r>
          </a:p>
          <a:p>
            <a:r>
              <a:t>• Google Cloud: 🔄 Provisioning</a:t>
            </a:r>
          </a:p>
          <a:p>
            <a:r>
              <a:t>• Network connectivity: ✅ Ready</a:t>
            </a:r>
          </a:p>
          <a:p>
            <a:r>
              <a:t>• Security policies: 🔄 Review</a:t>
            </a:r>
          </a:p>
          <a:p/>
          <a:p>
            <a:r>
              <a:t>🎯 SUCCESS FACTORS</a:t>
            </a:r>
          </a:p>
          <a:p>
            <a:r>
              <a:t>• Executive sponsorship secured</a:t>
            </a:r>
          </a:p>
          <a:p>
            <a:r>
              <a:t>• Technical team committed</a:t>
            </a:r>
          </a:p>
          <a:p>
            <a:r>
              <a:t>• Budget approved</a:t>
            </a:r>
          </a:p>
          <a:p>
            <a:r>
              <a:t>• Timeline realistic</a:t>
            </a:r>
          </a:p>
          <a:p/>
          <a:p>
            <a:r>
              <a:t>📞 CONTACT &amp; SUPPORT</a:t>
            </a:r>
          </a:p>
          <a:p>
            <a:r>
              <a:t>• Project kickoff: Week 1</a:t>
            </a:r>
          </a:p>
          <a:p>
            <a:r>
              <a:t>• Weekly progress reviews</a:t>
            </a:r>
          </a:p>
          <a:p>
            <a:r>
              <a:t>• Monthly executive updates</a:t>
            </a:r>
          </a:p>
          <a:p>
            <a:r>
              <a:t>• 24/7 technical support available</a:t>
            </a:r>
          </a:p>
          <a:p/>
          <a:p>
            <a:r>
              <a:t>Ready to transform your SOC? Let's begin! 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