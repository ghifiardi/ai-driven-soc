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85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490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493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6112" y="452758"/>
            <a:ext cx="7551747" cy="62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Continuous Learning Agent </a:t>
            </a:r>
            <a:endParaRPr lang="en-US" sz="4050" dirty="0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3794530" y="1069966"/>
            <a:ext cx="1554914" cy="62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80CBCB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(CLA)</a:t>
            </a:r>
            <a:endParaRPr lang="en-US" sz="405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1543258" y="1842987"/>
            <a:ext cx="3416000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 Core Component of the </a:t>
            </a:r>
            <a:endParaRPr lang="en-US" sz="2025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656758" y="1842987"/>
            <a:ext cx="2962349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FF5A9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AI-Driven SOC System</a:t>
            </a:r>
            <a:endParaRPr lang="en-US" sz="2025" dirty="0">
              <a:latin typeface="Indosat Bold Bold" pitchFamily="2" charset="77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1805" y="2648880"/>
            <a:ext cx="2140362" cy="21431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23334" y="5373930"/>
            <a:ext cx="4430700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Enabling ML Models to Improve Through Feedback</a:t>
            </a:r>
            <a:endParaRPr lang="en-US" sz="1350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817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94269"/>
            <a:ext cx="4467570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80CBCB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System Overview &amp; Architecture</a:t>
            </a:r>
            <a:endParaRPr lang="en-US" sz="2025" dirty="0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1096276"/>
            <a:ext cx="1660711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5A9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Core Components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650" y="1468830"/>
            <a:ext cx="142667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Feedback Ingestion: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650" y="1575986"/>
            <a:ext cx="3715336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Collects analyst feedback on alert classifications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650" y="1983180"/>
            <a:ext cx="158216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Accuracy Calculation: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8650" y="2090336"/>
            <a:ext cx="3822213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Compares model predictions with analyst feedback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8650" y="2497530"/>
            <a:ext cx="122950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Model Retraining: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28650" y="2604686"/>
            <a:ext cx="3298431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Updates ML models based on accuracy metrics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8650" y="3011880"/>
            <a:ext cx="174406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Performance Monitoring: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8650" y="3119036"/>
            <a:ext cx="2887247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Tracks accuracy improvements over time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7200" y="3668026"/>
            <a:ext cx="1599797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5A9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Integration Points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28650" y="4040580"/>
            <a:ext cx="35907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ADA: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69429" y="4040580"/>
            <a:ext cx="255518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Shares alert data via BigQuery tables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28650" y="4340618"/>
            <a:ext cx="335028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TAA: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39264" y="4340618"/>
            <a:ext cx="313547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Exchanges feedback via Pub/Sub messaging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28650" y="4640655"/>
            <a:ext cx="81592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Dashboard: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443903" y="4640655"/>
            <a:ext cx="274273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Provides metrics via REST API endpoints</a:t>
            </a:r>
            <a:endParaRPr lang="en-US" sz="1046" dirty="0">
              <a:latin typeface="Indosat Bold Bold" pitchFamily="2" charset="77"/>
            </a:endParaRPr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071563"/>
            <a:ext cx="4000500" cy="2666991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686300" y="3967153"/>
            <a:ext cx="4000500" cy="16573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6553" y="4081453"/>
            <a:ext cx="2539994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722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94269"/>
            <a:ext cx="3223639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80CBCB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Key Features &amp; Benefits</a:t>
            </a:r>
            <a:endParaRPr lang="en-US" sz="2025" dirty="0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0075" y="1096276"/>
            <a:ext cx="1603003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5A9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Accuracy Metrics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71525" y="1411680"/>
            <a:ext cx="1274388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Overall Accuracy: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1525" y="1518836"/>
            <a:ext cx="3325583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Total correct predictions / total predictions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771525" y="1897455"/>
            <a:ext cx="68287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Precision: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1524" y="2004611"/>
            <a:ext cx="3379887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True positives / (true positives + false positives)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1525" y="2383230"/>
            <a:ext cx="479298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Recall: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71525" y="2490386"/>
            <a:ext cx="3309286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True positives / (true positives + false negatives)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71525" y="2869005"/>
            <a:ext cx="60753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F1 Score: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396603" y="2869005"/>
            <a:ext cx="265136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Harmonic mean of precision and recall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00075" y="3253688"/>
            <a:ext cx="2005357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5A9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Future Enhancements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71525" y="3569093"/>
            <a:ext cx="160300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Automated Retraining: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410178" y="3569093"/>
            <a:ext cx="2093522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Based on accuracy thresholds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71525" y="3840555"/>
            <a:ext cx="1492396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Multi-model Support: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71525" y="3947711"/>
            <a:ext cx="3309286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Ensemble models and A/B testing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71525" y="4326330"/>
            <a:ext cx="1393010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Real-time Learning: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172426" y="4326330"/>
            <a:ext cx="184665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Immediate model updates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71525" y="4597793"/>
            <a:ext cx="105317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Explainable AI: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828660" y="4597793"/>
            <a:ext cx="2322752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Detailed reasoning for predictions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686300" y="1071563"/>
            <a:ext cx="4000500" cy="2957513"/>
          </a:xfrm>
          <a:prstGeom prst="rect">
            <a:avLst/>
          </a:prstGeom>
          <a:solidFill>
            <a:srgbClr val="0D1F2D"/>
          </a:solidFill>
          <a:ln w="99">
            <a:solidFill>
              <a:srgbClr val="0D1F2D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586890" y="1210576"/>
            <a:ext cx="2199320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5A9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Performance Monitoring</a:t>
            </a:r>
            <a:endParaRPr lang="en-US" sz="1350" dirty="0">
              <a:latin typeface="Indosat Bold Bold" pitchFamily="2" charset="77"/>
            </a:endParaRPr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557338"/>
            <a:ext cx="3757613" cy="214312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466665" y="3772720"/>
            <a:ext cx="2439770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Sample visualization of accuracy metrics over time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686300" y="4268101"/>
            <a:ext cx="1497205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5A9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Business Impact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4857750" y="4611084"/>
            <a:ext cx="3829050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Reduced false positives through continuous improvement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4857750" y="5070174"/>
            <a:ext cx="264495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Enhanced threat detection capabilities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4857750" y="5341636"/>
            <a:ext cx="307936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Improved analyst efficiency and productivity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4857750" y="5613099"/>
            <a:ext cx="307295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Measurable ROI through adaptive AI systems</a:t>
            </a:r>
            <a:endParaRPr lang="en-US" sz="1046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220</Words>
  <Application>Microsoft Macintosh PowerPoint</Application>
  <PresentationFormat>On-screen Show (16:9)</PresentationFormat>
  <Paragraphs>51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Indosat Bold Bold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Raditio Ghifiardi</cp:lastModifiedBy>
  <cp:revision>3</cp:revision>
  <dcterms:created xsi:type="dcterms:W3CDTF">2025-09-28T03:07:31Z</dcterms:created>
  <dcterms:modified xsi:type="dcterms:W3CDTF">2025-09-28T03:09:06Z</dcterms:modified>
</cp:coreProperties>
</file>